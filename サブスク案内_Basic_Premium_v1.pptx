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メイリオ"/>
              </a:rPr>
              <a:t>らくらくAI副業キャンパス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メイリオ"/>
              </a:rPr>
              <a:t>サブスクリプション
受講後も学びと収益を止めない仕組み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メイリオ"/>
              </a:rPr>
              <a:t>Basic 5,000円／月　＋　Premium 10,000円／月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メイリオ"/>
              </a:rPr>
              <a:t>2026年8月 提供開始予定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なぜ「サブスク」を始めるのか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卒業後も、AIの進化に置いていかれないために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1645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0F172A"/>
                </a:solidFill>
                <a:latin typeface="メイリオ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メイリオ"/>
              </a:rPr>
              <a:t>AI は3ヶ月で景色が変わる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メイリオ"/>
              </a:rPr>
              <a:t>ツールも価格も、毎月どこかが更新されます。
最新情報を“勝手に”受け取れる場所が必要です。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011680"/>
            <a:ext cx="36576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2011680"/>
            <a:ext cx="3657600" cy="1645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46888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0F172A"/>
                </a:solidFill>
                <a:latin typeface="メイリオ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4747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メイリオ"/>
              </a:rPr>
              <a:t>一人だと続かない、を解決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29768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メイリオ"/>
              </a:rPr>
              <a:t>Discord と LINE で仲間と運営が伴走。
質問できる場所があるから、止まらない。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6" y="2011680"/>
            <a:ext cx="36576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6" y="2011680"/>
            <a:ext cx="3657600" cy="1645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46888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0F172A"/>
                </a:solidFill>
                <a:latin typeface="メイリオ"/>
              </a:rPr>
              <a:t>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4747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メイリオ"/>
              </a:rPr>
              <a:t>継続するほど収益が積み上がる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429768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メイリオ"/>
              </a:rPr>
              <a:t>動画・楽曲・Kindleは「デジタル資産」。
運用を止めない人だけが、雪だるま式に伸びます。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2つのプランから、あなたに合うほうを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Basic は「最新情報を取り続ける」／ Premium は「直接サポートを受ける」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864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00" cy="6400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Basic ベーシック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メイリオ"/>
              </a:rPr>
              <a:t>月額 5,000円（税込）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メイリオ"/>
              </a:rPr>
              <a:t>1日あたり 約167円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メイリオ"/>
              </a:rPr>
              <a:t>✅ 最新講義アーカイブ 見放題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メイリオ"/>
              </a:rPr>
              <a:t>✅ Discord コミュニティ参加（無期限）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メイリオ"/>
              </a:rPr>
              <a:t>✅ 仲間とのピア質問・成果報告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メイリオ"/>
              </a:rPr>
              <a:t>✅ 月次の最新AIツール速報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235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メイリオ"/>
              </a:rPr>
              <a:t>✅ 配布テンプレート 200種＋ 利用可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メイリオ"/>
              </a:rPr>
              <a:t>こんな方に： まずは情報だけ追いつきたい／自走できる方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74519"/>
            <a:ext cx="5486400" cy="4709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74519"/>
            <a:ext cx="548640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39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Premium プレミアム  ★ おすすめ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97479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メイリオ"/>
              </a:rPr>
              <a:t>月額 10,000円（税込）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5467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メイリオ"/>
              </a:rPr>
              <a:t>1日あたり 約333円（コーヒー1杯分）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65759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メイリオ"/>
              </a:rPr>
              <a:t>✅ Basic の特典をすべて含む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1479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メイリオ"/>
              </a:rPr>
              <a:t>🌟 月1回 グループコンサル（Zoom 60〜90分）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7199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メイリオ"/>
              </a:rPr>
              <a:t>🌟 Discord 個別質問対応（運営が直接回答）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2919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メイリオ"/>
              </a:rPr>
              <a:t>🌟 LINE ビジネス壁打ちグループへの招待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8639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メイリオ"/>
              </a:rPr>
              <a:t>🌟 メルマガ／引き寄せサミットラインで作品紹介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035039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メイリオ"/>
              </a:rPr>
              <a:t>こんな方に： 直接フィードバックが欲しい／伴走サポートが欲しい方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特典 早見表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Premium だけの特典は ★。それ以外はどちらのプランでも受けられます。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21208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965960"/>
            <a:ext cx="283464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9659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Basic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965960"/>
            <a:ext cx="30175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9659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最新講義アーカイブ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4688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46888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46888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24688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52120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718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Discord コミュニティ参加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971800"/>
            <a:ext cx="28346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9718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971800"/>
            <a:ext cx="30175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9718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7472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7472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配布テンプレート 200種＋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47472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4747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47472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34747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77640"/>
            <a:ext cx="52120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7764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最新AIツール速報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977640"/>
            <a:ext cx="28346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97764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977640"/>
            <a:ext cx="30175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97764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メイリオ"/>
              </a:rPr>
              <a:t>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48056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8056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Discord 個別質問への運営回答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4805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44805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メイリオ"/>
              </a:rPr>
              <a:t>△ ピア中心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448056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44805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メイリオ"/>
              </a:rPr>
              <a:t>★ 運営が直接対応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983480"/>
            <a:ext cx="52120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9834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月1回 グループコンサル（Zoom）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983480"/>
            <a:ext cx="28346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498348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メイリオ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4983480"/>
            <a:ext cx="30175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49834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メイリオ"/>
              </a:rPr>
              <a:t>★ 60〜90分／録画あり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48640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4864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LINE ビジネス壁打ちグループ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54864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4864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メイリオ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548640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54864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メイリオ"/>
              </a:rPr>
              <a:t>★ 招待付き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989320"/>
            <a:ext cx="52120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98932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メイリオ"/>
              </a:rPr>
              <a:t>メルマガでの作品告知・紹介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5989320"/>
            <a:ext cx="28346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80" y="59893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メイリオ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5989320"/>
            <a:ext cx="30175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32520" y="59893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メイリオ"/>
              </a:rPr>
              <a:t>★ ookuma 担当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Premium だけの 4 つの特典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“ひとりで止まる”を、構造的になくします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64592" cy="22402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>
                <a:solidFill>
                  <a:srgbClr val="0F172A"/>
                </a:solidFill>
                <a:latin typeface="メイリオ"/>
              </a:rPr>
              <a:t>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メイリオ"/>
              </a:rPr>
              <a:t>月1回 グループコンサル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メイリオ"/>
              </a:rPr>
              <a:t>Zoom 60〜90分／月1固定枠。
事前質問フォーム → 個別回答 → フリー Q&amp;A。
参加できなくても録画でキャッチアップ。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54864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965960"/>
            <a:ext cx="164592" cy="22402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>
                <a:solidFill>
                  <a:srgbClr val="0F172A"/>
                </a:solidFill>
                <a:latin typeface="メイリオ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メイリオ"/>
              </a:rPr>
              <a:t>Discord 個別質問対応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74320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メイリオ"/>
              </a:rPr>
              <a:t>ビジネス系：HERO（桜木先生）が回答。
占い系：ookuma さんが回答。
専用チャンネル `#💎premium-質問箱` でやり取り。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4864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164592" cy="22402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>
                <a:solidFill>
                  <a:srgbClr val="0F172A"/>
                </a:solidFill>
                <a:latin typeface="メイリオ"/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72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メイリオ"/>
              </a:rPr>
              <a:t>LINE ビジネス壁打ちグループ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6636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メイリオ"/>
              </a:rPr>
              <a:t>ビジネス文脈の即時相談チャネル。
平日24時間以内の応答を目安に運用。
占い・スピリチュアルとは別運用で混ざりません。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389120"/>
            <a:ext cx="54864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164592" cy="22402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>
                <a:solidFill>
                  <a:srgbClr val="0F172A"/>
                </a:solidFill>
                <a:latin typeface="メイリオ"/>
              </a:rPr>
              <a:t>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572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メイリオ"/>
              </a:rPr>
              <a:t>メルマガ・サミットラインで作品紹介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16636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メイリオ"/>
              </a:rPr>
              <a:t>あなたの AI 作品を、ookuma さんが
メルマガ／引き寄せサミットラインで
紹介。新しいファンと出会えます。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質問の答えは、得意な人から返ります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ジャンルで担当を分け、迷わずに最短で解決へ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8640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00" cy="6400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得意ジャンルで対応します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0">
                <a:solidFill>
                  <a:srgbClr val="0F172A"/>
                </a:solidFill>
                <a:latin typeface="メイリオ"/>
              </a:rPr>
              <a:t>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メイリオ"/>
              </a:rPr>
              <a:t>ビジネス・マネタイズ
ツール操作・環境構築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284C7"/>
                </a:solidFill>
                <a:latin typeface="メイリオ"/>
              </a:rPr>
              <a:t>→ HERO（桜木先生）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メイリオ"/>
              </a:rPr>
              <a:t>Discord `#❓質問箱` ／ `#💎premium-質問箱`
LINE ビジネス壁打ちグループ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548640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011680"/>
            <a:ext cx="548640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得意ジャンルで対応します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346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0">
                <a:solidFill>
                  <a:srgbClr val="0F172A"/>
                </a:solidFill>
                <a:latin typeface="メイリオ"/>
              </a:rPr>
              <a:t>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メイリオ"/>
              </a:rPr>
              <a:t>占い・スピリチュアル
作品の世界観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7548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580C"/>
                </a:solidFill>
                <a:latin typeface="メイリオ"/>
              </a:rPr>
              <a:t>→ ookuma さん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メイリオ"/>
              </a:rPr>
              <a:t>Discord 占い系タグ ／
メルマガ・引き寄せサミットライン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Premium 月1グループコンサルの流れ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事前質問フォーム → 当日回答 → 録画でいつでも復習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727" y="2194560"/>
            <a:ext cx="210312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3807" y="1783080"/>
            <a:ext cx="822960" cy="8229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メイリオ"/>
              </a:rPr>
              <a:t>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38328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メイリオ"/>
              </a:rPr>
              <a:t>Discord で質問フォームを公開
気になることを書くだけ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4007" y="2194560"/>
            <a:ext cx="210312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44087" y="1783080"/>
            <a:ext cx="822960" cy="8229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メイリオ"/>
              </a:rPr>
              <a:t>当日 冒頭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6887" y="338328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メイリオ"/>
              </a:rPr>
              <a:t>今月の AI トレンド共有
（10分・HERO）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2194560"/>
            <a:ext cx="210312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4367" y="1783080"/>
            <a:ext cx="822960" cy="8229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4287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メイリオ"/>
              </a:rPr>
              <a:t>当日 メイン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167" y="338328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メイリオ"/>
              </a:rPr>
              <a:t>個別質問への回答
（30〜50分）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4567" y="2194560"/>
            <a:ext cx="210312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24647" y="1783080"/>
            <a:ext cx="822960" cy="8229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4567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メイリオ"/>
              </a:rPr>
              <a:t>当日 後半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338328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メイリオ"/>
              </a:rPr>
              <a:t>フリー Q&amp;A／壁打ち
（残り時間）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4847" y="2194560"/>
            <a:ext cx="210312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64927" y="1783080"/>
            <a:ext cx="822960" cy="8229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847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メイリオ"/>
              </a:rPr>
              <a:t>事後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727" y="338328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メイリオ"/>
              </a:rPr>
              <a:t>録画を `#💎premium-lounge` に投稿
欠席しても 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メイリオ"/>
              </a:rPr>
              <a:t>📅 開催枠（予定）：毎月 第3木曜 20:00〜　／　Zoom リンクは `#💎月1コンサル予告` に掲載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申込み・プラン変更・解約について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わかりやすく、いつでも変更できます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6400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📝 お申込み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・決済ページから Basic / Premium を選択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・決済完了後、Discord ロールが自動付与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805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・Premium は LINE グループ招待 URL もメール送付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011680"/>
            <a:ext cx="365760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2011680"/>
            <a:ext cx="3657600" cy="6400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🔄 プラン変更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9260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・Basic ⇄ Premium はマイページからいつでも変更可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7033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・アップグレードは即日反映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4805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・ダウングレードは次回更新日から反映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7616" y="2011680"/>
            <a:ext cx="365760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57616" y="2011680"/>
            <a:ext cx="3657600" cy="6400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🛑 解約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29260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・マイページの解約ボタンから手続き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37033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・次回課金日の前日までに手続きで翌月分は不要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6" y="44805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メイリオ"/>
              </a:rPr>
              <a:t>・解約後も既存卒業生 Discord には残れます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らくらくAI副業キャンパス｜サブスクリプションのご案内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メイリオ"/>
              </a:rPr>
              <a:t>毎月の負担、こう考えると小さく見えてきます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メイリオ"/>
              </a:rPr>
              <a:t>学びを止めないコストは、収益の積み上げに直結します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3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447" y="2011680"/>
            <a:ext cx="530352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23774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284C7"/>
                </a:solidFill>
                <a:latin typeface="メイリオ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292608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メイリオ"/>
              </a:rPr>
              <a:t>5,000円 / 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3847" y="3840480"/>
            <a:ext cx="3474720" cy="15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402336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284C7"/>
                </a:solidFill>
                <a:latin typeface="メイリオ"/>
              </a:rPr>
              <a:t>1日 約 167円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647" y="493776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メイリオ"/>
              </a:rPr>
              <a:t>缶コーヒー1本分。
最新情報に毎月触れ続けられる。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011680"/>
            <a:ext cx="530352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23774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580C"/>
                </a:solidFill>
                <a:latin typeface="メイリオ"/>
              </a:rPr>
              <a:t>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92608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メイリオ"/>
              </a:rPr>
              <a:t>10,000円 /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3127" y="3840480"/>
            <a:ext cx="3474720" cy="15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402336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A580C"/>
                </a:solidFill>
                <a:latin typeface="メイリオ"/>
              </a:rPr>
              <a:t>1日 約 333円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493776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メイリオ"/>
              </a:rPr>
              <a:t>コンビニコーヒー1杯分。
さらに直接サポートとコンサルが付いてくる。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メイリオ"/>
              </a:rPr>
              <a:t>迷ったら、Premium で 1 ヶ月だけ試す。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合わなければ翌月から Basic にダウングレードできます。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2926080"/>
            <a:ext cx="74066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10896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メイリオ"/>
              </a:rPr>
              <a:t>✅ 続ける仕組みは、月額にしてしまうのが一番ラク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65760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メイリオ"/>
              </a:rPr>
              <a:t>✅ AIの最新情報が“勝手に”入ってくる環境を持つ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20624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メイリオ"/>
              </a:rPr>
              <a:t>✅ 直接質問できる相手がいれば、止まらない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75488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A580C"/>
                </a:solidFill>
                <a:latin typeface="メイリオ"/>
              </a:rPr>
              <a:t>今日の Discord お知らせから、お申し込みください。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メイリオ"/>
              </a:rPr>
              <a:t>らくらくAI副業キャンパス　|　桜木先生（HERO）／ ookuma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